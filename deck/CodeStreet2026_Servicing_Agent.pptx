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Demo video:  </a:t>
            </a:r>
            <a:r>
              <a:rPr sz="1400" b="1">
                <a:solidFill>
                  <a:srgbClr val="016FD0"/>
                </a:solidFill>
                <a:latin typeface="Calibri"/>
              </a:rPr>
              <a:t>&lt;link&gt;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Repo:  </a:t>
            </a:r>
            <a:r>
              <a:rPr sz="1400" b="1">
                <a:solidFill>
                  <a:srgbClr val="016FD0"/>
                </a:solidFill>
                <a:latin typeface="Calibri"/>
              </a:rPr>
              <a:t>github.com/VaibhavDangaich/Codestreet_2026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pic>
        <p:nvPicPr>
          <p:cNvPr id="6" name="Picture 5" descr="u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858000" cy="428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What you’re seeing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5511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Policy citation in every reply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“auto-approved under FEE-AUTO v1.2”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392424"/>
            <a:ext cx="109728" cy="1097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355848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Counterfactual on escalation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“I can auto-approve up to $13,000 now”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4233672"/>
            <a:ext cx="109728" cy="109728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4197096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Escalation with full handoff context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the specialist gets everything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5074920"/>
            <a:ext cx="109728" cy="109728"/>
          </a:xfrm>
          <a:prstGeom prst="round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5038344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Durable cases + live audit /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one screen, in real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9436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Live capture of the running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A REQUEST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LLM proposes — a versioned engine decides and cites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6888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3072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LLM proposes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468880"/>
            <a:ext cx="22860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0723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decides · cites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7238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risk-based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468880"/>
            <a:ext cx="15087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77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663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066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1832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03920" y="3337560"/>
            <a:ext cx="256032" cy="41148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20" y="3840480"/>
            <a:ext cx="3520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— with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91363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362C"/>
                </a:solidFill>
                <a:latin typeface="Calibri"/>
              </a:rPr>
              <a:t>over cap · low confidence · verifier disagrees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0600"/>
            <a:ext cx="1051560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10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16FD0"/>
                </a:solidFill>
                <a:latin typeface="Calibri"/>
              </a:rPr>
              <a:t>⛓  Hash-chained audit trail   </a:t>
            </a:r>
            <a:r>
              <a:rPr sz="1250" b="0">
                <a:solidFill>
                  <a:srgbClr val="5B6673"/>
                </a:solidFill>
                <a:latin typeface="Calibri"/>
              </a:rPr>
              <a:t>— every decision sealed in order, tagged with the rule that fired (e.g. LIMIT-CAP v1.1)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The model never has authority over money — a deterministic, versioned rule engine decides and cites the exact rule; a second agent verifies before anything executes.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 verifiable, tamper-evident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2103120"/>
            <a:ext cx="3749039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graph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40280"/>
            <a:ext cx="2597307" cy="3611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35240" y="588873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Live Neo4j graph — policy rules are nodes (APPLIED_RULE)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DIFFERENTIATOR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Trustworthy by construction — the LLM never 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04872"/>
            <a:ext cx="457200" cy="100584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Versioned declarative rules decide; the LLM only proposes. Every decision cites the exact rule + version (e.g. LIMIT-CAP v1.1). Change policy = edit data + bump a version, no agent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2404872"/>
            <a:ext cx="457200" cy="100584"/>
          </a:xfrm>
          <a:prstGeom prst="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Self-verifying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A second reviewer LLM must agree the interpretation matches the request before acting — a bounded propose → verify → revise loop; escalates if the two agents can't agree. Risk-based, so it's spent where it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370832"/>
            <a:ext cx="457200" cy="1005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Counterfactual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On a denial we compute the nearest-approvable outcome ('I can do $15,600 now'), mapping to ECOA/CFPB adverse-action 'specific reasons'.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4370832"/>
            <a:ext cx="457200" cy="100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Decision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Rules become nodes in Neo4j — analysts query which rule approved or denied across members, not just scroll a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2663"/>
                </a:solidFill>
                <a:latin typeface="Calibri"/>
              </a:rPr>
              <a:t>In our research we found no prior example — hackathon or production — of rule citations in customer replies, or counterfactual offers in a servicing conversation.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90%  (n=20)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labeled eval set · LLM target ≥95%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1810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80%  (12/15)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multi-turn outcome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30168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49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Correct handling (resolve / safe-escalate)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outcome check, in-scope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142232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2611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Escalation handoff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summary + reason + context present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6542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73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engine caps enforced + verified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166360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2852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integrity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100% intact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hash-chain 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843016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We report TRUE resolution + handoff quality — not just deflection </a:t>
            </a:r>
            <a:r>
              <a:rPr sz="1250" b="0">
                <a:solidFill>
                  <a:srgbClr val="5B6673"/>
                </a:solidFill>
                <a:latin typeface="Calibri"/>
              </a:rPr>
              <a:t>(financial-services deflection is realistically 25–45%; one wrong answer is a compliance event, so the target error rate is &lt;1%).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025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20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340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6517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No deployed bank assistant performs autonomous write-actions on accounts today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Erica uses curated responses; Wells Fargo’s LLM only parses intent; Capital One kept its agent off bank accounts. We show how to do it safely.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383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40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970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114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892040"/>
            <a:ext cx="10515600" cy="84124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0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· Forbes/Peter High (May 2025) · American Banker (Erica) · VentureBeat (Fargo) · The Financial Brand (Capital One)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