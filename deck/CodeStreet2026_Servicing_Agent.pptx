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Demo video:  </a:t>
            </a:r>
            <a:r>
              <a:rPr sz="1400" b="1">
                <a:solidFill>
                  <a:srgbClr val="016FD0"/>
                </a:solidFill>
                <a:latin typeface="Calibri"/>
              </a:rPr>
              <a:t>&lt;link&gt;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Repo:  </a:t>
            </a:r>
            <a:r>
              <a:rPr sz="1400" b="1">
                <a:solidFill>
                  <a:srgbClr val="016FD0"/>
                </a:solidFill>
                <a:latin typeface="Calibri"/>
              </a:rPr>
              <a:t>github.com/VaibhavDangaich/Codestreet_2026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5511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392424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5584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233672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9709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5074920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503834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9436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 verifiable, tamper-evident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103120"/>
            <a:ext cx="3749039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graph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2231136"/>
            <a:ext cx="3520440" cy="33850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35240" y="58887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Live Neo4j graph — the sequence spine, rules linked APPLIED_RULE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In our research we found no prior example — hackathon or production — of rule citations in customer replies, or counterfactual offers in a servicing conversation.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06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1810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30168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73075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142232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2611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Escalation handoff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24281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summary + reason + context present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6542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73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7548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2852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2669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43016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We report TRUE resolution + handoff quality — not just deflection </a:t>
            </a:r>
            <a:r>
              <a:rPr sz="1250" b="0">
                <a:solidFill>
                  <a:srgbClr val="5B6673"/>
                </a:solidFill>
                <a:latin typeface="Calibri"/>
              </a:rPr>
              <a:t>(financial-services deflection is realistically 25–45%; one wrong answer is a compliance event, so the target error rate is &lt;1%).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025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340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6517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No deployed bank assistant performs autonomous write-actions on accounts today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Erica uses curated responses; Wells Fargo’s LLM only parses intent; Capital One kept its agent off bank accounts. We show how to do it safely.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38328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40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970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114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40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92040"/>
            <a:ext cx="10515600" cy="84124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0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· Forbes/Peter High (May 2025) · American Banker (Erica) · VentureBeat (Fargo) · The Financial Brand (Capital One)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