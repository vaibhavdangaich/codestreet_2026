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1560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121408"/>
            <a:ext cx="10058400" cy="45720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128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1136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673"/>
                </a:solidFill>
                <a:latin typeface="Calibri"/>
              </a:rPr>
              <a:t>New card · Card→rollback · $50k limit          Priya Sharma 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724912"/>
            <a:ext cx="594360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834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02663"/>
                </a:solidFill>
                <a:latin typeface="Calibri"/>
              </a:rPr>
              <a:t>Conversation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3200400"/>
            <a:ext cx="2926080" cy="411480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328269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Please waive my $39 late fee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3794760"/>
            <a:ext cx="4389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877056"/>
            <a:ext cx="4114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059669"/>
                </a:solidFill>
                <a:latin typeface="Calibri"/>
              </a:rPr>
              <a:t>resolved   </a:t>
            </a:r>
            <a:r>
              <a:rPr sz="850" b="0">
                <a:solidFill>
                  <a:srgbClr val="5B6673"/>
                </a:solidFill>
                <a:latin typeface="Calibri"/>
              </a:rPr>
              <a:t>fee_reversal · 96%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Done — I’ve reversed the $39 late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074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Priya Sharma · limit $10,000 · standing Good · open fees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724912"/>
            <a:ext cx="406908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0" y="2834640"/>
            <a:ext cx="1188720" cy="329184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Graph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291840"/>
            <a:ext cx="3703320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34015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Card replacement · M-1001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9840" y="3401568"/>
            <a:ext cx="777240" cy="256032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3438144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Calibri"/>
              </a:rPr>
              <a:t>rolled 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822191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block old card    ↩ compensated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18795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charge fee    ↩ compensated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55371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C0362C"/>
                </a:solidFill>
                <a:latin typeface="Calibri"/>
              </a:rPr>
              <a:t>✗ order new card —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9194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○ notify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Members chat · underwriters approve in-line · analysts inspect the audit trail and Neo4j graph — one screen.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request → classify → policy → act — every step logged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Member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4320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651760"/>
            <a:ext cx="21488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Intent classifier
(confidence)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3212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80760" y="265176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 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100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49640" y="265176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Resolve &amp; execute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7033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w/ full context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720840" y="3218688"/>
            <a:ext cx="256032" cy="45720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49039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362C"/>
                </a:solidFill>
                <a:latin typeface="Calibri"/>
              </a:rPr>
              <a:t>over cap /
low confidence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17720"/>
            <a:ext cx="10469880" cy="6858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365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⛓  Hash-chained audit trail  </a:t>
            </a:r>
            <a:r>
              <a:rPr sz="1300" b="0">
                <a:solidFill>
                  <a:srgbClr val="5B6673"/>
                </a:solidFill>
                <a:latin typeface="Calibri"/>
              </a:rPr>
              <a:t>— classifier · policy · backend · agent : every decision sealed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Confidence below threshold, or an amount over policy caps, routes to a human instead of a guess.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#1 policy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#3 agent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90% baseline → 95%+ w/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labeled eval set (deterministic)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 (in-scope)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measured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outcome check (deterministic)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never auto-approve over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completeness &amp;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chain verification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Response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5B6673"/>
                </a:solidFill>
                <a:latin typeface="Calibri"/>
              </a:rPr>
              <a:t>LLM-judge rubric (1–5)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5B6673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